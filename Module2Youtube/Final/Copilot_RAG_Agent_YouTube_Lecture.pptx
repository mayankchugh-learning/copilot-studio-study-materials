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guys! My name is Mayank Chugh and welcome to my YouTube channel! Hook: a chatbot that confidently guesses about your own programme. Today: build an agent that answers from your documents and refuses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outcome: understand RAG, build, add knowledge, test, spot failures. Prerequisite: Copilot Studio access (validate licence).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fluent wrong answer about fees or dates is worse than no answer. Keep this to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a support engineer opens the runbook before replying to the ticket. Say Retrieval, not retriever. The model is not retrained; we change what it sees at question time. Diagram is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Validate Copilot Studio labels before recording: UI may differ by account/version. Instructions text is in the Demo Runbook. Show the web search setting on camera.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Copilot Studio and follow these steps. Validate labels first: UI may differ by account/version. Show the web search setting on camera. Return to the slides when the agent is created.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the agent first, then add knowledge. Let both sources reach Ready. Mention Bing indexing, two URL levels, no login sites. The FAQ is sample content: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Copilot Studio. If the website is not Ready, say so, continue with the document, and show the rehearsal screenshot later. Return to the slides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four tests from the Demo Runbook. Show citations. Use real behaviour; never edit answers. Fallback: rehearsal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Copilot Studio Test pane. Show citations. Use real behaviour and never edit answers. Fallback: rehearsal screenshots. Return to the slides for failure modes.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failure modes, then three takeaways. Teaser: topics and triggers next. Closing: I'm Mayank Chugh, thank you for watching! Please Like, Share, and Subscribe. Take care!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RAG Agent in Copilot Studio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code. Grounded in your own documents.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Mayank Chugh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• Azure • GenAI • RAG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10223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RAG is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Retrieve, augment, generate, in plain IT terms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1022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the agent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874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 and clear instructions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3931920" cy="1463040"/>
          </a:xfrm>
          <a:prstGeom prst="rect">
            <a:avLst/>
          </a:prstGeom>
          <a:solidFill>
            <a:srgbClr val="102235"/>
          </a:solidFill>
          <a:ln w="19050">
            <a:solidFill>
              <a:srgbClr val="4CAF8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knowledge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611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plus a public website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54880" y="2926080"/>
            <a:ext cx="3931920" cy="1463040"/>
          </a:xfrm>
          <a:prstGeom prst="rect">
            <a:avLst/>
          </a:prstGeom>
          <a:solidFill>
            <a:srgbClr val="102235"/>
          </a:solidFill>
          <a:ln w="19050">
            <a:solidFill>
              <a:srgbClr val="9B72C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3776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 and harden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937760" y="3611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answers, refusals, failure modes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a bare LLM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2651760" cy="2926080"/>
          </a:xfrm>
          <a:prstGeom prst="rect">
            <a:avLst/>
          </a:prstGeom>
          <a:solidFill>
            <a:srgbClr val="10223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your data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saw your policies or programme documents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51760" cy="2926080"/>
          </a:xfrm>
          <a:prstGeom prst="rect">
            <a:avLst/>
          </a:prstGeom>
          <a:solidFill>
            <a:srgbClr val="1022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2900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in time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187452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only what existed before its training cutoff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35040" y="1188720"/>
            <a:ext cx="2651760" cy="2926080"/>
          </a:xfrm>
          <a:prstGeom prst="rect">
            <a:avLst/>
          </a:prstGeom>
          <a:solidFill>
            <a:srgbClr val="102235"/>
          </a:solidFill>
          <a:ln w="19050">
            <a:solidFill>
              <a:srgbClr val="9B72C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guesses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87452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answer it can still produce a confident one: a hallucination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Retrieval-Augmented Generation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463040"/>
            <a:ext cx="1828800" cy="1371600"/>
          </a:xfrm>
          <a:prstGeom prst="rect">
            <a:avLst/>
          </a:prstGeom>
          <a:solidFill>
            <a:srgbClr val="102235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17373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2651760" y="1463040"/>
            <a:ext cx="1828800" cy="1371600"/>
          </a:xfrm>
          <a:prstGeom prst="rect">
            <a:avLst/>
          </a:prstGeom>
          <a:solidFill>
            <a:srgbClr val="10223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4320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74320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relevant passages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17373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4846320" y="1463040"/>
            <a:ext cx="1828800" cy="1371600"/>
          </a:xfrm>
          <a:prstGeom prst="rect">
            <a:avLst/>
          </a:prstGeom>
          <a:solidFill>
            <a:srgbClr val="102235"/>
          </a:solidFill>
          <a:ln w="25400">
            <a:solidFill>
              <a:srgbClr val="4CAF8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3776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them to the prompt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17373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4"/>
          <p:cNvSpPr/>
          <p:nvPr/>
        </p:nvSpPr>
        <p:spPr>
          <a:xfrm>
            <a:off x="7040880" y="1463040"/>
            <a:ext cx="1828800" cy="1371600"/>
          </a:xfrm>
          <a:prstGeom prst="rect">
            <a:avLst/>
          </a:prstGeom>
          <a:solidFill>
            <a:srgbClr val="102235"/>
          </a:solidFill>
          <a:ln w="25400">
            <a:solidFill>
              <a:srgbClr val="9B72C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13232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that context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support engineer who opens the runbook before replying to the ticket (illustrative)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agent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2651760" cy="2926080"/>
          </a:xfrm>
          <a:prstGeom prst="rect">
            <a:avLst/>
          </a:prstGeom>
          <a:solidFill>
            <a:srgbClr val="10223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AI Pioneers Learner Concierge, plus a one-line description of who it helps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51760" cy="2926080"/>
          </a:xfrm>
          <a:prstGeom prst="rect">
            <a:avLst/>
          </a:prstGeom>
          <a:solidFill>
            <a:srgbClr val="1022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2900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187452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style (2 to 5 sentences, cite source), boundaries. Never invent; say when unknown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35040" y="1188720"/>
            <a:ext cx="2651760" cy="2926080"/>
          </a:xfrm>
          <a:prstGeom prst="rect">
            <a:avLst/>
          </a:prstGeom>
          <a:solidFill>
            <a:srgbClr val="102235"/>
          </a:solidFill>
          <a:ln w="19050">
            <a:solidFill>
              <a:srgbClr val="4CAF8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87452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 search OFF, so the agent stays inside your sources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1: Build the agent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35040" y="274320"/>
            <a:ext cx="265176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274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COPILOT STUDIO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New agent, then Configure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1691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AI Pioneers Learner Concierge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200" y="224028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one line on who it helps and what it does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2697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Instructions: paste from the Demo Runbook, section 3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57200" y="324612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 search: OFF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57200" y="374904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005840" y="3703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agent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return to the slides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knowledge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3931920" cy="2926080"/>
          </a:xfrm>
          <a:prstGeom prst="rect">
            <a:avLst/>
          </a:prstGeom>
          <a:solidFill>
            <a:srgbClr val="102235"/>
          </a:solidFill>
          <a:ln w="19050">
            <a:solidFill>
              <a:srgbClr val="4CAF8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(sample FAQ)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questions: format, session structure, materials, homework.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silent on fees and dates.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2926080"/>
          </a:xfrm>
          <a:prstGeom prst="rect">
            <a:avLst/>
          </a:prstGeom>
          <a:solidFill>
            <a:srgbClr val="10223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87452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Learn: Copilot Studio docs.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Bing-indexed pages, up to two URL levels, no login-only sites.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2: Add knowledge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35040" y="274320"/>
            <a:ext cx="265176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274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COPILOT STUDIO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agent: Knowledge, Add knowledge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16916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AI_Pioneers_Demo_FAQ.docx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is sample content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4231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public website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https://learn.microsoft.com/microsoft-copilot-studio/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until both sources show Ready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return to the slides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it: refusals too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102235"/>
          </a:solidFill>
          <a:ln w="19050">
            <a:solidFill>
              <a:srgbClr val="4CAF8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document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each session structured?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10223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website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874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add a public website as knowledge?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3931920" cy="1463040"/>
          </a:xfrm>
          <a:prstGeom prst="rect">
            <a:avLst/>
          </a:prstGeom>
          <a:solidFill>
            <a:srgbClr val="1022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any source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611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it cost? Must decline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54880" y="2926080"/>
            <a:ext cx="3931920" cy="1463040"/>
          </a:xfrm>
          <a:prstGeom prst="rect">
            <a:avLst/>
          </a:prstGeom>
          <a:solidFill>
            <a:srgbClr val="102235"/>
          </a:solidFill>
          <a:ln w="19050">
            <a:solidFill>
              <a:srgbClr val="9B72C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3776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937760" y="3611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political question. Must decline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3: Run the tests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35040" y="274320"/>
            <a:ext cx="265176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274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COPILOT STUDIO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1887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each session structured?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Expect: answer from the FAQ, with citation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1920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add a public website as a knowledge source in Copilot Studio?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Expect: answer from Microsoft docs, with citation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200" y="269748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651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the programme cost?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Expect: declines, not in sources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" y="342900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3832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political party should I support?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Expect: declines, out of scope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return to the slides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wrong, and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1828800" cy="2103120"/>
          </a:xfrm>
          <a:prstGeom prst="rect">
            <a:avLst/>
          </a:prstGeom>
          <a:solidFill>
            <a:srgbClr val="1022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retrieval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passage found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423160" y="1188720"/>
            <a:ext cx="1828800" cy="2103120"/>
          </a:xfrm>
          <a:prstGeom prst="rect">
            <a:avLst/>
          </a:prstGeom>
          <a:solidFill>
            <a:srgbClr val="1022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0604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sources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2606040" y="187452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must own updates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89120" y="1188720"/>
            <a:ext cx="1828800" cy="2103120"/>
          </a:xfrm>
          <a:prstGeom prst="rect">
            <a:avLst/>
          </a:prstGeom>
          <a:solidFill>
            <a:srgbClr val="1022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187452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which source wins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55080" y="1188720"/>
            <a:ext cx="2331720" cy="2103120"/>
          </a:xfrm>
          <a:prstGeom prst="rect">
            <a:avLst/>
          </a:prstGeom>
          <a:solidFill>
            <a:srgbClr val="1022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37960" y="1325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clash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187452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vs web search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0D2137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Retrieve, augment, generate  •  Good sources plus clear instructions  •  Test refusals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a RAG Agent in Copilot Studio</dc:title>
  <dc:subject>PptxGenJS Presentation</dc:subject>
  <dc:creator>Mayank Chugh</dc:creator>
  <cp:lastModifiedBy>Mayank Chugh</cp:lastModifiedBy>
  <cp:revision>1</cp:revision>
  <dcterms:created xsi:type="dcterms:W3CDTF">2026-10-08T17:10:08Z</dcterms:created>
  <dcterms:modified xsi:type="dcterms:W3CDTF">2026-10-08T17:10:08Z</dcterms:modified>
</cp:coreProperties>
</file>